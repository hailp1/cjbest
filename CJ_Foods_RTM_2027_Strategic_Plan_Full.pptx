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rtm_trade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haip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mekong_rtm_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ha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nhatr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dan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h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